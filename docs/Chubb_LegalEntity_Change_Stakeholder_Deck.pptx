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Foundation Ontology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03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74DDD7"/>
                </a:solidFill>
                <a:latin typeface="Aptos"/>
              </a:defRPr>
            </a:pPr>
            <a:r>
              <a:t>Party → LegalEntity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Stakeholder operating procedure and governance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2E1EB"/>
                </a:solidFill>
                <a:latin typeface="Aptos"/>
              </a:defRPr>
            </a:pPr>
            <a:r>
              <a:t>Ticket ONTO-453  |  Release 2.0.0  |  Approved by Rajesh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1. Change requested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What changed in the foundation ontology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1828800"/>
          </a:xfrm>
          <a:prstGeom prst="roundRect">
            <a:avLst/>
          </a:prstGeom>
          <a:solidFill>
            <a:srgbClr val="FAF2F2"/>
          </a:solidFill>
          <a:ln>
            <a:solidFill>
              <a:srgbClr val="B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82495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03E3E"/>
                </a:solidFill>
                <a:latin typeface="Aptos"/>
              </a:defRPr>
            </a:pPr>
            <a:r>
              <a:t>Before | release 1.0.0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84831"/>
            <a:ext cx="4882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core:Party was the parent class for core:Person and core:Organization.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212080" cy="1828800"/>
          </a:xfrm>
          <a:prstGeom prst="roundRect">
            <a:avLst/>
          </a:prstGeom>
          <a:solidFill>
            <a:srgbClr val="EDF8F2"/>
          </a:solidFill>
          <a:ln>
            <a:solidFill>
              <a:srgbClr val="26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82495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7E55"/>
                </a:solidFill>
                <a:latin typeface="Aptos"/>
              </a:defRPr>
            </a:pPr>
            <a:r>
              <a:t>After | release 2.0.0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84831"/>
            <a:ext cx="4882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core:LegalEntity replaces core:Party; Person and Organization now subclass LegalEntity.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22A42"/>
                </a:solidFill>
                <a:latin typeface="Aptos"/>
              </a:defRPr>
            </a:pPr>
            <a:r>
              <a:t>The class IRI changes from .../core/Party to .../core/LegalEntity. This changes inferred meaning for downstream consumers.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2. Developer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Run the same checks locally before requesting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5681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59152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ontology/fnd/core.ttl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117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5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201168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5681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59152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python scripts/watch.py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5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201168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1" y="195681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1" y="2359152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RDF semantic 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5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201168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1" y="195681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1" y="2359152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SHACL + consistency +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58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2011680" cy="1417320"/>
          </a:xfrm>
          <a:prstGeom prst="roundRect">
            <a:avLst/>
          </a:prstGeom>
          <a:solidFill>
            <a:srgbClr val="EFF6F8"/>
          </a:solidFill>
          <a:ln>
            <a:solidFill>
              <a:srgbClr val="E09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195681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9925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2359152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MAJOR → 2.0.0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69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Baseline command: python scripts/govern.py --ci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Expected result: Validation PASS, semantic impact MAJOR, suggested version 2.0.0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3. Governance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Why this is a MAJOR release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417320"/>
          </a:xfrm>
          <a:prstGeom prst="roundRect">
            <a:avLst/>
          </a:prstGeom>
          <a:solidFill>
            <a:srgbClr val="FAF2F2"/>
          </a:solidFill>
          <a:ln>
            <a:solidFill>
              <a:srgbClr val="B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82495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03E3E"/>
                </a:solidFill>
                <a:latin typeface="Aptos"/>
              </a:defRPr>
            </a:pPr>
            <a:r>
              <a:t>Removed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84831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core:Party entity and its subclass axioms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74720" cy="1417320"/>
          </a:xfrm>
          <a:prstGeom prst="roundRect">
            <a:avLst/>
          </a:prstGeom>
          <a:solidFill>
            <a:srgbClr val="EDF8F2"/>
          </a:solidFill>
          <a:ln>
            <a:solidFill>
              <a:srgbClr val="26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682495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7E55"/>
                </a:solidFill>
                <a:latin typeface="Aptos"/>
              </a:defRPr>
            </a:pPr>
            <a:r>
              <a:t>Added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084831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core:LegalEntity entity and hierarchy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554480"/>
            <a:ext cx="3474720" cy="1417320"/>
          </a:xfrm>
          <a:prstGeom prst="roundRect">
            <a:avLst/>
          </a:prstGeom>
          <a:solidFill>
            <a:srgbClr val="FFF8E6"/>
          </a:solidFill>
          <a:ln>
            <a:solidFill>
              <a:srgbClr val="E09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682495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9925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084831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Consumers querying Party may break or return different inferred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MAJOR means approval is required before release.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The release process preserves an immutable 1.0.0 snapshot for rollback and audit.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Downstream mappings, queries, APIs, and AI/RAG consumers must adopt LegalEntity.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4. Approval and release procedure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Approved execution completed for ONTO-453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475488" cy="475488"/>
          </a:xfrm>
          <a:prstGeom prst="ellipse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2"/>
                </a:solidFill>
                <a:latin typeface="Aptos"/>
              </a:defRPr>
            </a:pPr>
            <a:r>
              <a:t>Review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reports/latest/change-report.md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587752"/>
            <a:ext cx="475488" cy="475488"/>
          </a:xfrm>
          <a:prstGeom prst="ellipse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9192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2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8775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Rajesh Gupta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666744"/>
            <a:ext cx="475488" cy="475488"/>
          </a:xfrm>
          <a:prstGeom prst="ellipse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58183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66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2"/>
                </a:solidFill>
                <a:latin typeface="Aptos"/>
              </a:defRPr>
            </a:pPr>
            <a:r>
              <a:t>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66744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scripts/release.py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45736"/>
            <a:ext cx="475488" cy="475488"/>
          </a:xfrm>
          <a:prstGeom prst="ellipse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37175"/>
            <a:ext cx="4754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457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A42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45736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3741"/>
                </a:solidFill>
                <a:latin typeface="Aptos"/>
              </a:defRPr>
            </a:pPr>
            <a:r>
              <a:t>Git commit +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8F"/>
                </a:solidFill>
                <a:latin typeface="Aptos"/>
              </a:defRPr>
            </a:pPr>
            <a:r>
              <a:t>python scripts/release.py --approved-by "Rajesh Gupta" --ticket "ONTO-453" --reason "Replace Party with LegalEntity in the foundation ontology"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5. Evidence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Traceability for reviewers and consumers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Release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9339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releases/2.0.0/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46304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1" y="159105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1" y="199339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releases/2.0.0/manifest.json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82549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Change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22783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provenance/CHG-2026-3472F7.ttl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69748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282549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Release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1" y="322783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events/ontology-release-latest.json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5993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Registry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622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governance/release-state.json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931920"/>
            <a:ext cx="5074920" cy="91440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4059936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Governance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4462272"/>
            <a:ext cx="4745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reports/latest/change-report.json and 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6. Consumer migration and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Actions after stakeholder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2057400"/>
          </a:xfrm>
          <a:prstGeom prst="roundRect">
            <a:avLst/>
          </a:prstGeom>
          <a:solidFill>
            <a:srgbClr val="EDF8F2"/>
          </a:solidFill>
          <a:ln>
            <a:solidFill>
              <a:srgbClr val="26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82495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7E55"/>
                </a:solidFill>
                <a:latin typeface="Aptos"/>
              </a:defRPr>
            </a:pPr>
            <a:r>
              <a:t>Migrate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84831"/>
            <a:ext cx="4882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Update SPARQL, mappings, APIs, documentation, and AI/RAG prompts from Party to LegalEntity. Re-run dependent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212080" cy="2057400"/>
          </a:xfrm>
          <a:prstGeom prst="roundRect">
            <a:avLst/>
          </a:prstGeom>
          <a:solidFill>
            <a:srgbClr val="FAF2F2"/>
          </a:solidFill>
          <a:ln>
            <a:solidFill>
              <a:srgbClr val="B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82495"/>
            <a:ext cx="4882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03E3E"/>
                </a:solidFill>
                <a:latin typeface="Aptos"/>
              </a:defRPr>
            </a:pPr>
            <a:r>
              <a:t>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84831"/>
            <a:ext cx="48828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Keep releases/1.0.0 immutable. If validation or consumer checks fail, stop publication and restore the approved release baseline with scripts/demo_change.py reset.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Do not edit releases/1.0.0 or releases/2.0.0.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Any follow-up ontology change must go through the same semantic diff and approval gate.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t>• Release event consumers refresh only from approved release events.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2A42"/>
                </a:solidFill>
                <a:latin typeface="Aptos"/>
              </a:defRPr>
            </a:pPr>
            <a:r>
              <a:t>Stakeholder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858F"/>
                </a:solidFill>
                <a:latin typeface="Aptos"/>
              </a:defRPr>
            </a:pPr>
            <a:r>
              <a:t>Decision requested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88720" cy="54864"/>
          </a:xfrm>
          <a:prstGeom prst="rect">
            <a:avLst/>
          </a:prstGeom>
          <a:solidFill>
            <a:srgbClr val="008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22A42"/>
                </a:solidFill>
                <a:latin typeface="Aptos"/>
              </a:defRPr>
            </a:pPr>
            <a:r>
              <a:t>Approve the LegalEntity vocabulary and hierarchy change for release 2.0.0.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743200"/>
            <a:ext cx="2926080" cy="1325880"/>
          </a:xfrm>
          <a:prstGeom prst="roundRect">
            <a:avLst/>
          </a:prstGeom>
          <a:solidFill>
            <a:srgbClr val="EDF8F2"/>
          </a:solidFill>
          <a:ln>
            <a:solidFill>
              <a:srgbClr val="267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871216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7E55"/>
                </a:solidFill>
                <a:latin typeface="Aptos"/>
              </a:defRPr>
            </a:pPr>
            <a:r>
              <a:t>Governance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27355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PASS | MAJOR | 2.0.0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43200"/>
            <a:ext cx="2926080" cy="1325880"/>
          </a:xfrm>
          <a:prstGeom prst="roundRect">
            <a:avLst/>
          </a:prstGeom>
          <a:solidFill>
            <a:srgbClr val="EFF6F8"/>
          </a:solidFill>
          <a:ln>
            <a:solidFill>
              <a:srgbClr val="008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2871216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858F"/>
                </a:solidFill>
                <a:latin typeface="Aptos"/>
              </a:defRPr>
            </a:pPr>
            <a:r>
              <a:t>Approver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327355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Rajesh Gupta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2926080" cy="1325880"/>
          </a:xfrm>
          <a:prstGeom prst="roundRect">
            <a:avLst/>
          </a:prstGeom>
          <a:solidFill>
            <a:srgbClr val="FFF8E6"/>
          </a:solidFill>
          <a:ln>
            <a:solidFill>
              <a:srgbClr val="E099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871216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09925"/>
                </a:solidFill>
                <a:latin typeface="Aptos"/>
              </a:defRPr>
            </a:pPr>
            <a:r>
              <a:t>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3273552"/>
            <a:ext cx="259689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D3741"/>
                </a:solidFill>
                <a:latin typeface="Aptos"/>
              </a:defRPr>
            </a:pPr>
            <a:r>
              <a:t>ONTO-453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3741"/>
                </a:solidFill>
                <a:latin typeface="Aptos"/>
              </a:defRPr>
            </a:pPr>
            <a:r>
              <a:t>Next step: coordinate consumer migration and monitor release event adoption.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6E78"/>
                </a:solidFill>
                <a:latin typeface="Aptos"/>
              </a:defRPr>
            </a:pPr>
            <a:r>
              <a:t>Chubb Enterprise Ontology Governance | ONTO-453 | Approver: Rajesh Gupta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967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